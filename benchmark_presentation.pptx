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86AB"/>
                </a:solidFill>
              </a:defRPr>
            </a:pPr>
            <a:r>
              <a:t>FastMDAnalysis Performance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Pure Computation Comparison: FastMDA vs MDTraj vs MDAnalysis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&amp; Analyses</a:t>
            </a:r>
          </a:p>
          <a:p>
            <a:pPr lvl="1"/>
            <a:r>
              <a:t>TrpCage trajectory: 500 frames (frames 0,-1,10)</a:t>
            </a:r>
          </a:p>
          <a:p>
            <a:pPr lvl="1"/>
            <a:r>
              <a:t>Analyses performed:</a:t>
            </a:r>
          </a:p>
          <a:p>
            <a:pPr lvl="2"/>
            <a:r>
              <a:t>RMSD (Root Mean Square Deviation)</a:t>
            </a:r>
          </a:p>
          <a:p>
            <a:pPr lvl="2"/>
            <a:r>
              <a:t>RMSF (Root Mean Square Fluctuation)</a:t>
            </a:r>
          </a:p>
          <a:p>
            <a:pPr lvl="2"/>
            <a:r>
              <a:t>RG (Radius of Gyration)</a:t>
            </a:r>
          </a:p>
          <a:p>
            <a:pPr lvl="2"/>
            <a:r>
              <a:t>Clustering (KMeans, DBSCAN, Hierarchical)</a:t>
            </a:r>
          </a:p>
          <a:p>
            <a:pPr lvl="1">
              <a:defRPr b="1"/>
            </a:pPr>
            <a:r>
              <a:t>Measurement: Pure computation only (no plotting/file I/O)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6400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800100"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Library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Runtime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Lines of Code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FastMDAnalysis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0.275s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MDTraj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0.279s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50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MDAnalysis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0.311s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60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FastMDA/MDTraj ratio: 0.99x</a:t>
            </a:r>
          </a:p>
          <a:p>
            <a:pPr>
              <a:defRPr sz="2400"/>
            </a:pPr>
            <a:r>
              <a:t>FastMDA uses MDTraj backend efficiently</a:t>
            </a:r>
          </a:p>
          <a:p>
            <a:pPr>
              <a:defRPr sz="2400"/>
            </a:pPr>
            <a:r>
              <a:t>Core computational performance nearly identical</a:t>
            </a:r>
          </a:p>
          <a:p>
            <a:pPr>
              <a:defRPr sz="2400"/>
            </a:pPr>
            <a:r>
              <a:t>MDAnalysis is ~2x slower (different approach)</a:t>
            </a:r>
          </a:p>
          <a:p>
            <a:pPr>
              <a:defRPr sz="2400"/>
            </a:pPr>
            <a:r>
              <a:t>FastMDA provides simplest API (1 LOC vs 50-60 LOC)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008000"/>
                </a:solidFill>
              </a:defRPr>
            </a:pPr>
            <a:r>
              <a:t>✓ FastMDA's core computation matches MDTraj (same backend)</a:t>
            </a:r>
          </a:p>
          <a:p>
            <a:pPr>
              <a:defRPr sz="2200">
                <a:solidFill>
                  <a:srgbClr val="008000"/>
                </a:solidFill>
              </a:defRPr>
            </a:pPr>
            <a:r>
              <a:t>✓ No performance bugs or inefficiencies</a:t>
            </a:r>
          </a:p>
          <a:p>
            <a:pPr>
              <a:defRPr sz="2200">
                <a:solidFill>
                  <a:srgbClr val="008000"/>
                </a:solidFill>
              </a:defRPr>
            </a:pPr>
            <a:r>
              <a:t>✓ MDAnalysis is slower as expected</a:t>
            </a:r>
          </a:p>
          <a:p>
            <a:pPr>
              <a:defRPr sz="2200">
                <a:solidFill>
                  <a:srgbClr val="008000"/>
                </a:solidFill>
              </a:defRPr>
            </a:pPr>
            <a:r>
              <a:t>✓ FastMDA trades minimal overhead for maximum simplicity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