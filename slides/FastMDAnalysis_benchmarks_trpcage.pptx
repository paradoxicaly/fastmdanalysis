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Trp-cage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Trp-cage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2909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Trpcage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Trpcage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Trpcage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312547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Trpcage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90023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4.22s calc / 0.12s plot / 0.00s overhead (4.34s total), Mdtraj 0.16s calc / 2.84s plot / 0.08s overhead (3.08s total), Mdanalysis 4.50s calc / 2.85s plot / 0.01s overhead (7.36s total).</a:t>
            </a:r>
          </a:p>
          <a:p>
            <a:pPr lvl="1">
              <a:defRPr sz="1600"/>
            </a:pPr>
            <a:r>
              <a:t>Peak memory overview: FastMDAnalysis 36.81 MB calc / 1.95 MB plot (36.81 MB peak), Mdtraj 59.16 MB calc / 18.32 MB plot (71.86 MB peak), Mdanalysis 1.70 MB calc / 18.88 MB plot (18.88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