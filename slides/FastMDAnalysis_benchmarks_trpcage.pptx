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2909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4.15s calc / 0.11s plot / 0.00s overhead (4.27s total), Mdtraj 0.16s calc / 2.90s plot / 0.08s overhead (3.14s total), Mdanalysis 4.57s calc / 2.95s plot / 0.01s overhead (7.53s total).</a:t>
            </a:r>
          </a:p>
          <a:p>
            <a:pPr lvl="1">
              <a:defRPr sz="1600"/>
            </a:pPr>
            <a:r>
              <a:t>Peak memory overview: FastMDAnalysis 36.76 MB calc / 1.89 MB plot (36.76 MB peak), Mdtraj 59.14 MB calc / 18.24 MB plot (71.78 MB peak), Mdanalysis 1.70 MB calc / 18.89 MB plot (18.89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