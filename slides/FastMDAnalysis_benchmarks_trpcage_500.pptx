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543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2.15s calc / 2.46s plot / 0.06s overhead (4.67s total), Mdtraj 0.07s calc / 2.60s plot / 0.08s overhead (2.75s total), Mdanalysis 4.44s calc / 2.78s plot / 0.01s overhead (7.24s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6.98 MB calc / 0.00 MB plot (6.98 MB peak), Mdtraj 6.74 MB calc / 17.90 MB plot (21.10 MB peak), Mdanalysis 1.72 MB calc / 18.64 MB plot (18.64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