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543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2.12s calc / 2.47s plot / 0.06s overhead (4.65s total), Mdtraj 0.07s calc / 2.65s plot / 0.08s overhead (2.81s total), Mdanalysis 4.47s calc / 2.84s plot / 0.01s overhead (7.32s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7.44 MB calc / 0.00 MB plot (7.44 MB peak), Mdtraj 6.76 MB calc / 18.03 MB plot (21.22 MB peak), Mdanalysis 1.73 MB calc / 18.64 MB plot (18.64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