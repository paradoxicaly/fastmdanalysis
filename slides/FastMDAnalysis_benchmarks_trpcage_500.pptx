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54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5.99s calc / 0.00s plot / 0.00s overhead (5.99s total), Mdtraj 0.07s calc / 2.64s plot / 0.08s overhead (2.80s total), Mdanalysis 4.49s calc / 2.84s plot / 0.01s overhead (7.33s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50.40 MB calc / 0.00 MB plot (50.40 MB peak), Mdtraj 6.74 MB calc / 17.90 MB plot (21.09 MB peak), Mdanalysis 1.72 MB calc / 18.65 MB plot (18.65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