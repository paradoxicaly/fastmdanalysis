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6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1.02s calc / 4.83s plot (5.86s total), Mdtraj 0.04s calc / 2.48s plot / 0.08s overhead (2.60s total), Mdanalysis 4.16s calc / 2.77s plot / 0.01s overhead (6.94s total).</a:t>
            </a:r>
          </a:p>
          <a:p>
            <a:pPr lvl="1">
              <a:defRPr sz="1200" i="1"/>
            </a:pPr>
            <a:r>
              <a:t>Note: FastMDAnalysis timing uses single-line analyze() orchestrator approach. Calc/plot split is estimated using empirically measured ratio from individual benchmarks (17.5% computation, 82.5% plotting/saving), reflecting that matplotlib plotting and data file I/O are relatively expensive operations.</a:t>
            </a:r>
          </a:p>
          <a:p>
            <a:pPr lvl="1">
              <a:defRPr sz="1600"/>
            </a:pPr>
            <a:r>
              <a:t>Peak memory overview: FastMDAnalysis 67.43 MB calc / 0.00 MB plot (67.43 MB peak), Mdtraj 6.28 MB calc / 17.20 MB plot (20.47 MB peak), Mdanalysis 1.30 MB calc / 19.19 MB plot (19.19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