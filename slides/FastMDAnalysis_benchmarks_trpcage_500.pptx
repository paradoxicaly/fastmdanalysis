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263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2.95s calc / 2.95s plot (5.91s total), Mdtraj 0.04s calc / 2.48s plot / 0.08s overhead (2.61s total), Mdanalysis 4.13s calc / 2.75s plot / 0.01s overhead (6.89s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23.45 MB calc / 23.45 MB plot (46.91 MB peak), Mdtraj 6.64 MB calc / 17.27 MB plot (20.55 MB peak), Mdanalysis 1.30 MB calc / 18.93 MB plot (18.93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