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263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1.01s calc / 4.78s plot (5.79s total), Mdtraj 0.04s calc / 2.46s plot / 0.08s overhead (2.58s total), Mdanalysis 4.03s calc / 2.73s plot / 0.01s overhead (6.76s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8.36 MB calc / 39.40 MB plot (47.75 MB peak), Mdtraj 6.39 MB calc / 17.43 MB plot (20.71 MB peak), Mdanalysis 1.30 MB calc / 18.76 MB plot (18.76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