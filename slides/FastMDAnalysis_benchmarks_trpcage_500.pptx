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2636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1.06s calc / 4.99s plot (6.05s total), Mdtraj 0.04s calc / 2.54s plot / 0.08s overhead (2.66s total), Mdanalysis 4.14s calc / 2.81s plot / 0.01s overhead (6.96s total).</a:t>
            </a:r>
          </a:p>
          <a:p>
            <a:pPr lvl="1">
              <a:defRPr sz="1200" i="1"/>
            </a:pPr>
            <a:r>
              <a:t>Note: FastMDAnalysis shows single-line analyze() orchestrator performance, which includes file I/O (data saving + plotting) integrated within each analysis. Other tools show aggregate of 4 separate analyses with file I/O separated from computation. Times are not directly comparable but demonstrate FastMDAnalysis LOC advantage (2 LOC vs 49-66 LOC) with acceptable performance.</a:t>
            </a:r>
          </a:p>
          <a:p>
            <a:pPr lvl="1">
              <a:defRPr sz="1600"/>
            </a:pPr>
            <a:r>
              <a:t>Peak memory overview: FastMDAnalysis 47.73 MB calc / 0.00 MB plot (47.73 MB peak), Mdtraj 6.39 MB calc / 17.44 MB plot (20.71 MB peak), Mdanalysis 1.30 MB calc / 18.76 MB plot (18.76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