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263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5.98s calc / 0.00s plot / 0.00s overhead (5.98s total), Mdtraj 0.04s calc / 2.54s plot / 0.08s overhead (2.66s total), Mdanalysis 4.07s calc / 2.77s plot / 0.01s overhead (6.85s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50.18 MB calc / 0.00 MB plot (50.18 MB peak), Mdtraj 6.42 MB calc / 17.26 MB plot (20.53 MB peak), Mdanalysis 1.32 MB calc / 18.62 MB plot (18.62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