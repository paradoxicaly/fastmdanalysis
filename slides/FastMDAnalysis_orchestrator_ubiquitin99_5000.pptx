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— Analysis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7 figure(s) — generated 2025-11-06 05:28:59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3" y="1554798"/>
            <a:ext cx="700045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benchmarks/results/orchestrator_ubiquitin99_5000/fastmdanalysis/rep_01/rmsd/rmsd.png — 220 KB — saved 2025-11-06 05:28:46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RMSF</a:t>
            </a:r>
          </a:p>
        </p:txBody>
      </p:sp>
      <p:pic>
        <p:nvPicPr>
          <p:cNvPr id="3" name="Picture 2" descr="rm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9398"/>
            <a:ext cx="8229600" cy="40710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755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benchmarks/results/orchestrator_ubiquitin99_5000/fastmdanalysis/rep_01/rmsf/rmsf.png — 145 KB — saved 2025-11-06 05:28:49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52" y="1554798"/>
            <a:ext cx="6998096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benchmarks/results/orchestrator_ubiquitin99_5000/fastmdanalysis/rep_01/rg/rg.png — 453 KB — saved 2025-11-06 05:28:50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(pop)</a:t>
            </a:r>
          </a:p>
        </p:txBody>
      </p:sp>
      <p:pic>
        <p:nvPicPr>
          <p:cNvPr id="3" name="Picture 2" descr="dbscan_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68" y="1554798"/>
            <a:ext cx="6464664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benchmarks/results/orchestrator_ubiquitin99_5000/fastmdanalysis/rep_01/cluster/dbscan_pop.png — 17 KB — saved 2025-11-06 05:28:58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hist)</a:t>
            </a:r>
          </a:p>
        </p:txBody>
      </p:sp>
      <p:pic>
        <p:nvPicPr>
          <p:cNvPr id="3" name="Picture 2" descr="dbscan_traj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9713"/>
            <a:ext cx="8229600" cy="3730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37245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benchmarks/results/orchestrator_ubiquitin99_5000/fastmdanalysis/rep_01/cluster/dbscan_traj_hist.png — 13 KB — saved 2025-11-06 05:28:58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scatter)</a:t>
            </a:r>
          </a:p>
        </p:txBody>
      </p:sp>
      <p:pic>
        <p:nvPicPr>
          <p:cNvPr id="3" name="Picture 2" descr="dbscan_traj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13" y="1554798"/>
            <a:ext cx="774877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benchmarks/results/orchestrator_ubiquitin99_5000/fastmdanalysis/rep_01/cluster/dbscan_traj_scatter.png — 14 KB — saved 2025-11-06 05:28:58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(distance matrix)</a:t>
            </a:r>
          </a:p>
        </p:txBody>
      </p:sp>
      <p:pic>
        <p:nvPicPr>
          <p:cNvPr id="3" name="Picture 2" descr="dbscan_dist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50" y="1554798"/>
            <a:ext cx="4896100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benchmarks/results/orchestrator_ubiquitin99_5000/fastmdanalysis/rep_01/cluster/dbscan_distance_matrix.png — 497 KB — saved 2025-11-06 05:28:59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