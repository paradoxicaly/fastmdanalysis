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FastMDAnalysis — Analysis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7 figure(s) — generated 2025-11-06 05:28:34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RMSD</a:t>
            </a:r>
          </a:p>
        </p:txBody>
      </p:sp>
      <p:pic>
        <p:nvPicPr>
          <p:cNvPr id="3" name="Picture 2" descr="rms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73" y="1554798"/>
            <a:ext cx="7000453" cy="4160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benchmarks/results/orchestrator_ubiquitin99_500/fastmdanalysis/rep_01/rmsd/rmsd.png — 220 KB — saved 2025-11-06 05:28:21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RMSF</a:t>
            </a:r>
          </a:p>
        </p:txBody>
      </p:sp>
      <p:pic>
        <p:nvPicPr>
          <p:cNvPr id="3" name="Picture 2" descr="rms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99398"/>
            <a:ext cx="8229600" cy="40710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0755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benchmarks/results/orchestrator_ubiquitin99_500/fastmdanalysis/rep_01/rmsf/rmsf.png — 145 KB — saved 2025-11-06 05:28:25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RG</a:t>
            </a:r>
          </a:p>
        </p:txBody>
      </p:sp>
      <p:pic>
        <p:nvPicPr>
          <p:cNvPr id="3" name="Picture 2" descr="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52" y="1554798"/>
            <a:ext cx="6998096" cy="4160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benchmarks/results/orchestrator_ubiquitin99_500/fastmdanalysis/rep_01/rg/rg.png — 453 KB — saved 2025-11-06 05:28:25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Dbscan (pop)</a:t>
            </a:r>
          </a:p>
        </p:txBody>
      </p:sp>
      <p:pic>
        <p:nvPicPr>
          <p:cNvPr id="3" name="Picture 2" descr="dbscan_p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668" y="1554798"/>
            <a:ext cx="6464664" cy="4160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benchmarks/results/orchestrator_ubiquitin99_500/fastmdanalysis/rep_01/cluster/dbscan_pop.png — 17 KB — saved 2025-11-06 05:28:33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Dbscan (traj hist)</a:t>
            </a:r>
          </a:p>
        </p:txBody>
      </p:sp>
      <p:pic>
        <p:nvPicPr>
          <p:cNvPr id="3" name="Picture 2" descr="dbscan_traj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69713"/>
            <a:ext cx="8229600" cy="37303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37245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benchmarks/results/orchestrator_ubiquitin99_500/fastmdanalysis/rep_01/cluster/dbscan_traj_hist.png — 13 KB — saved 2025-11-06 05:28:34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Dbscan (traj scatter)</a:t>
            </a:r>
          </a:p>
        </p:txBody>
      </p:sp>
      <p:pic>
        <p:nvPicPr>
          <p:cNvPr id="3" name="Picture 2" descr="dbscan_traj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13" y="1554798"/>
            <a:ext cx="7748773" cy="4160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benchmarks/results/orchestrator_ubiquitin99_500/fastmdanalysis/rep_01/cluster/dbscan_traj_scatter.png — 14 KB — saved 2025-11-06 05:28:34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Dbscan (distance matrix)</a:t>
            </a:r>
          </a:p>
        </p:txBody>
      </p:sp>
      <p:pic>
        <p:nvPicPr>
          <p:cNvPr id="3" name="Picture 2" descr="dbscan_distanc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950" y="1554798"/>
            <a:ext cx="4896100" cy="4160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benchmarks/results/orchestrator_ubiquitin99_500/fastmdanalysis/rep_01/cluster/dbscan_distance_matrix.png — 497 KB — saved 2025-11-06 05:28:34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