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6239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4825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33600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14.82s calc / 0.00s plot / 0.00s overhead (14.82s total), Mdtraj 0.09s calc / 4.54s plot / 0.10s overhead (4.73s total), Mdanalysis 4.93s calc / 4.71s plot / 0.01s overhead (9.65s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47.68 MB calc / 0.00 MB plot (47.68 MB peak), Mdtraj 24.49 MB calc / 25.97 MB plot (41.63 MB peak), Mdanalysis 1.73 MB calc / 28.00 MB plot (28.00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