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image" Target="../media/image24.png"/><Relationship Id="rId5" Type="http://schemas.openxmlformats.org/officeDocument/2006/relationships/image" Target="../media/image2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image" Target="../media/image31.png"/><Relationship Id="rId5" Type="http://schemas.openxmlformats.org/officeDocument/2006/relationships/image" Target="../media/image3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image" Target="../media/image34.png"/><Relationship Id="rId4" Type="http://schemas.openxmlformats.org/officeDocument/2006/relationships/image" Target="../media/image3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Relationship Id="rId4" Type="http://schemas.openxmlformats.org/officeDocument/2006/relationships/image" Target="../media/image38.png"/><Relationship Id="rId5" Type="http://schemas.openxmlformats.org/officeDocument/2006/relationships/image" Target="../media/image3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 (500 frames)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 (500 frames)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0849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131063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828800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19694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195444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09616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515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03661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986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169763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6365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193665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09894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45954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0888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48256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33600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01749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18099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1956576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106021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Ubiquitin99 500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09616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151529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86361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86361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12 runs, 12 successful, 0 exceptions.</a:t>
            </a:r>
          </a:p>
          <a:p>
            <a:pPr lvl="1">
              <a:defRPr sz="1600"/>
            </a:pPr>
            <a:r>
              <a:t>Mdtraj: 4 modules, 10 functions, 3 external imports, 12 runs, 12 successful, 0 exceptions.</a:t>
            </a:r>
          </a:p>
          <a:p>
            <a:pPr lvl="1">
              <a:defRPr sz="1600"/>
            </a:pPr>
            <a:r>
              <a:t>Mdanalysis: 5 modules, 10 functions, 3 external imports, 12 runs, 12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14.23s calc / 0.00s plot / 0.00s overhead (14.23s total), Mdtraj 0.15s calc / 4.55s plot / 0.10s overhead (4.81s total), Mdanalysis 5.32s calc / 4.78s plot / 0.01s overhead (10.11s total).</a:t>
            </a:r>
          </a:p>
          <a:p>
            <a:pPr lvl="1">
              <a:defRPr sz="1200" i="1"/>
            </a:pPr>
            <a:r>
              <a:t>Note: FastMDAnalysis shows single-line analyze() orchestrator with integrated file I/O. Calc/plot split estimated using 17.5%/82.5% ratio from individual benchmarks. Other tools show aggregate with file I/O separated. Memory includes all analyses running together.</a:t>
            </a:r>
          </a:p>
          <a:p>
            <a:pPr lvl="1">
              <a:defRPr sz="1600"/>
            </a:pPr>
            <a:r>
              <a:t>Peak memory overview: FastMDAnalysis 47.65 MB calc / 0.00 MB plot (47.65 MB peak), Mdtraj 24.61 MB calc / 26.69 MB plot (42.32 MB peak), Mdanalysis 2.07 MB calc / 28.30 MB plot (28.30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