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6239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4825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33600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86361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2.47s calc / 11.66s plot (14.14s total), Mdtraj 0.09s calc / 4.45s plot / 0.10s overhead (4.64s total), Mdanalysis 4.90s calc / 4.70s plot / 0.01s overhead (9.61s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8.37 MB calc / 39.47 MB plot (47.84 MB peak), Mdtraj 24.50 MB calc / 25.99 MB plot (41.65 MB peak), Mdanalysis 1.70 MB calc / 27.96 MB plot (27.96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