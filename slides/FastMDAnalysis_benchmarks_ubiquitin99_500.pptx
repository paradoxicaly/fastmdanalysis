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Ubiquitin 99 (500 frames)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Ubiquitin 99 (500 frames)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08499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131063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82880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19694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195444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09616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515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03661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986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16976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6365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93665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09894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45954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888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88839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33600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01749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18099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56576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10602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9616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51529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550114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12 runs, 12 successful, 0 exceptions.</a:t>
            </a:r>
          </a:p>
          <a:p>
            <a:pPr lvl="1">
              <a:defRPr sz="1600"/>
            </a:pPr>
            <a:r>
              <a:t>Mdtraj: 4 modules, 10 functions, 3 external imports, 12 runs, 12 successful, 0 exceptions.</a:t>
            </a:r>
          </a:p>
          <a:p>
            <a:pPr lvl="1">
              <a:defRPr sz="1600"/>
            </a:pPr>
            <a:r>
              <a:t>Mdanalysis: 5 modules, 10 functions, 3 external imports, 12 runs, 12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8.51s calc / 4.50s plot / 0.06s overhead (13.07s total), Mdtraj 0.15s calc / 4.63s plot / 0.10s overhead (4.88s total), Mdanalysis 5.36s calc / 4.87s plot / 0.01s overhead (10.24s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29.42 MB calc / 13.74 MB plot (29.42 MB peak), Mdtraj 24.69 MB calc / 26.86 MB plot (42.49 MB peak), Mdanalysis 2.11 MB calc / 28.01 MB plot (28.01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