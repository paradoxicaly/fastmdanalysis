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Ubiquitin 99 (500 frames)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Ubiquitin 99 (500 frames)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08499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131063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82880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19694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195444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06239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515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03661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986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16976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6365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93665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09894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45954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888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48256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33600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01749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18099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56576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10602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9616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51529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35 runs, 35 successful, 0 exceptions.</a:t>
            </a:r>
          </a:p>
          <a:p>
            <a:pPr lvl="1">
              <a:defRPr sz="1600"/>
            </a:pPr>
            <a:r>
              <a:t>Mdtraj: 4 modules, 10 functions, 3 external imports, 35 runs, 35 successful, 0 exceptions.</a:t>
            </a:r>
          </a:p>
          <a:p>
            <a:pPr lvl="1">
              <a:defRPr sz="1600"/>
            </a:pPr>
            <a:r>
              <a:t>Mdanalysis: 5 modules, 10 functions, 3 external imports, 35 runs, 35 successful, 0 exceptions.</a:t>
            </a:r>
          </a:p>
          <a:p>
            <a:pPr lvl="1">
              <a:defRPr sz="1600"/>
            </a:pPr>
            <a:r>
              <a:t>Snippet footprint overview: FastMDAnalysis 4 calc / 4 plot (8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0.84s calc / 4.44s plot / 0.10s overhead (5.38s total), Mdtraj 0.09s calc / 4.46s plot / 0.10s overhead (4.65s total), Mdanalysis 4.93s calc / 4.70s plot / 0.01s overhead (9.65s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41.22 MB calc / 31.65 MB plot (48.75 MB peak), Mdtraj 24.50 MB calc / 25.99 MB plot (41.66 MB peak), Mdanalysis 1.70 MB calc / 27.97 MB plot (27.97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