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0849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31063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82880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694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5444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9616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515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03661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98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6976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6365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936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0989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4595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888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4825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33600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0174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1809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5657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106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9616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51529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550114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8.45s calc / 4.59s plot / 0.06s overhead (13.11s total), Mdtraj 0.16s calc / 4.68s plot / 0.10s overhead (4.94s total), Mdanalysis 5.39s calc / 4.86s plot / 0.01s overhead (10.26s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14.23 MB calc / 0.00 MB plot (14.23 MB peak), Mdtraj 24.62 MB calc / 26.77 MB plot (42.41 MB peak), Mdanalysis 2.07 MB calc / 27.83 MB plot (27.83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