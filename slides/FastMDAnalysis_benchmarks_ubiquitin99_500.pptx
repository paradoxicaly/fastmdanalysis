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9616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4825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33600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86361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14.21s calc / 0.00s plot / 0.00s overhead (14.21s total), Mdtraj 0.16s calc / 4.63s plot / 0.10s overhead (4.88s total), Mdanalysis 5.34s calc / 4.85s plot / 0.01s overhead (10.20s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47.65 MB calc / 0.00 MB plot (47.65 MB peak), Mdtraj 24.62 MB calc / 26.68 MB plot (42.31 MB peak), Mdanalysis 2.07 MB calc / 28.29 MB plot (28.29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