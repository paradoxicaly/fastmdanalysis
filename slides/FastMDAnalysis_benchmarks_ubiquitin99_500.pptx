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6239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72393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75440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2.55s calc / 12.01s plot (14.55s total), Mdtraj 0.09s calc / 4.55s plot / 0.10s overhead (4.74s total), Mdanalysis 4.99s calc / 4.79s plot / 0.01s overhead (9.78s total).</a:t>
            </a:r>
          </a:p>
          <a:p>
            <a:pPr lvl="1">
              <a:defRPr sz="1200" i="1"/>
            </a:pPr>
            <a:r>
              <a:t>Note: FastMDAnalysis timing uses single-line analyze() orchestrator approach. Calc/plot split is estimated using empirically measured ratio from individual benchmarks (17.5% computation, 82.5% plotting/saving), reflecting that matplotlib plotting and data file I/O are relatively expensive operations.</a:t>
            </a:r>
          </a:p>
          <a:p>
            <a:pPr lvl="1">
              <a:defRPr sz="1600"/>
            </a:pPr>
            <a:r>
              <a:t>Peak memory overview: FastMDAnalysis 127.26 MB calc / 0.00 MB plot (127.26 MB peak), Mdtraj 24.48 MB calc / 25.99 MB plot (41.66 MB peak), Mdanalysis 1.70 MB calc / 27.98 MB plot (27.98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