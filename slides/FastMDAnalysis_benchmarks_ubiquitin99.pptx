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Ubiquitin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Ubiquitin 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193665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31910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913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0989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35 runs, 35 successful, 0 exceptions.</a:t>
            </a:r>
          </a:p>
          <a:p>
            <a:pPr lvl="1">
              <a:defRPr sz="1600"/>
            </a:pPr>
            <a:r>
              <a:t>Mdtraj: 4 modules, 10 functions, 3 external imports, 35 runs, 35 successful, 0 exceptions.</a:t>
            </a:r>
          </a:p>
          <a:p>
            <a:pPr lvl="1">
              <a:defRPr sz="1600"/>
            </a:pPr>
            <a:r>
              <a:t>Mdanalysis: 5 modules, 10 functions, 3 external imports, 35 runs, 35 successful, 0 exceptions.</a:t>
            </a:r>
          </a:p>
          <a:p>
            <a:pPr lvl="1">
              <a:defRPr sz="1600"/>
            </a:pPr>
            <a:r>
              <a:t>Snippet footprint overview: FastMDAnalysis 4 calc / 4 plot (8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2.30s calc / 4.88s plot / 0.09s overhead (7.27s total), Mdtraj 0.52s calc / 4.83s plot / 0.10s overhead (5.45s total), Mdanalysis 5.39s calc / 4.84s plot / 0.01s overhead (10.24s total).</a:t>
            </a:r>
          </a:p>
          <a:p>
            <a:pPr lvl="1">
              <a:defRPr sz="1600"/>
            </a:pPr>
            <a:r>
              <a:t>Peak memory overview: FastMDAnalysis 253.26 MB calc / 32.15 MB plot (255.21 MB peak), Mdtraj 236.20 MB calc / 27.42 MB plot (249.08 MB peak), Mdanalysis 2.03 MB calc / 28.19 MB plot (28.19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