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9366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1749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86361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75440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8.19s calc / 0.12s plot / 0.00s overhead (8.31s total), Mdtraj 0.50s calc / 5.02s plot / 0.10s overhead (5.62s total), Mdanalysis 5.59s calc / 5.01s plot / 0.01s overhead (10.60s total).</a:t>
            </a:r>
          </a:p>
          <a:p>
            <a:pPr lvl="1">
              <a:defRPr sz="1600"/>
            </a:pPr>
            <a:r>
              <a:t>Peak memory overview: FastMDAnalysis 96.53 MB calc / 1.90 MB plot (96.53 MB peak), Mdtraj 236.23 MB calc / 27.16 MB plot (248.83 MB peak), Mdanalysis 2.04 MB calc / 27.77 MB plot (27.77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