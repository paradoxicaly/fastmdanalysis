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064774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093720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79581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312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1681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74333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263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4308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9802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767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4637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0445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69763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8563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0865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623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2740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1098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77672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93665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18869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767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6002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28532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550114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7.96s calc / 4.48s plot / 0.06s overhead (12.50s total), Mdtraj 0.16s calc / 4.51s plot / 0.10s overhead (4.77s total), Mdanalysis 5.34s calc / 4.75s plot / 0.01s overhead (10.09s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14.23 MB calc / 0.00 MB plot (14.23 MB peak), Mdtraj 24.62 MB calc / 26.68 MB plot (42.32 MB peak), Mdanalysis 2.07 MB calc / 28.30 MB plot (28.30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