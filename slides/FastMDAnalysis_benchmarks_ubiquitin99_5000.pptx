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Ubiquitin 99 (5000 frames)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Ubiquitin 99 (5000 frames)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  <p:pic>
        <p:nvPicPr>
          <p:cNvPr id="6" name="Picture 5" descr="orchestrator_loc_advant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17872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Ubiquitin99 5000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064774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093720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795816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19312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Ubiquitin99 5000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1916817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057662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Ubiquitin99 5000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26365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43084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998020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07673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Ubiquitin99 5000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146376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0445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Ubiquitin99 5000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169763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185639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908652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0623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Ubiquitin99 5000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027403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110982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Ubiquitin99 5000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177672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193665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918869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07673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Ubiquitin99 5000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06002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128532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chestrator_single_run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931920" cy="2486361"/>
          </a:xfrm>
          <a:prstGeom prst="rect">
            <a:avLst/>
          </a:prstGeom>
        </p:spPr>
      </p:pic>
      <p:pic>
        <p:nvPicPr>
          <p:cNvPr id="3" name="Picture 2" descr="orchestrator_single_run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3931920" cy="2486361"/>
          </a:xfrm>
          <a:prstGeom prst="rect">
            <a:avLst/>
          </a:prstGeom>
        </p:spPr>
      </p:pic>
      <p:pic>
        <p:nvPicPr>
          <p:cNvPr id="4" name="Picture 3" descr="orchestrator_single_run_analysis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931920" cy="2450327"/>
          </a:xfrm>
          <a:prstGeom prst="rect">
            <a:avLst/>
          </a:prstGeom>
        </p:spPr>
      </p:pic>
      <p:pic>
        <p:nvPicPr>
          <p:cNvPr id="5" name="Picture 4" descr="orchestrator_single_run_l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931920" cy="248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Single-run vs aggregated FastMDAnalysis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Aggregated bars sum the computation, plotting, and overhead from individual analyze runs. Single-run bars reflect the orchestrated analyze(...) benchmark metrics for those same slices. Bottom-left chart breaks down runtime per analysis for the single run (slides counted as plotting).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35 runs, 35 successful, 0 exceptions.</a:t>
            </a:r>
          </a:p>
          <a:p>
            <a:pPr lvl="1">
              <a:defRPr sz="1600"/>
            </a:pPr>
            <a:r>
              <a:t>Mdtraj: 4 modules, 10 functions, 3 external imports, 35 runs, 35 successful, 0 exceptions.</a:t>
            </a:r>
          </a:p>
          <a:p>
            <a:pPr lvl="1">
              <a:defRPr sz="1600"/>
            </a:pPr>
            <a:r>
              <a:t>Mdanalysis: 5 modules, 10 functions, 3 external imports, 35 runs, 35 successful, 0 exceptions.</a:t>
            </a:r>
          </a:p>
          <a:p>
            <a:pPr lvl="1">
              <a:defRPr sz="1600"/>
            </a:pPr>
            <a:r>
              <a:t>Snippet footprint overview: FastMDAnalysis 1 calc / 1 plot (2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2.47s calc / 11.63s plot (14.09s total), Mdtraj 0.09s calc / 4.43s plot / 0.10s overhead (4.62s total), Mdanalysis 4.93s calc / 4.67s plot / 0.01s overhead (9.61s total).</a:t>
            </a:r>
          </a:p>
          <a:p>
            <a:pPr lvl="1">
              <a:defRPr sz="1200" i="1"/>
            </a:pPr>
            <a:r>
              <a:t>Note: FastMDAnalysis shows single-line analyze() orchestrator with integrated file I/O. Calc/plot split estimated using 17.5%/82.5% ratio from individual benchmarks. Other tools show aggregate with file I/O separated. Memory includes all analyses running together.</a:t>
            </a:r>
          </a:p>
          <a:p>
            <a:pPr lvl="1">
              <a:defRPr sz="1600"/>
            </a:pPr>
            <a:r>
              <a:t>Peak memory overview: FastMDAnalysis 8.37 MB calc / 39.47 MB plot (47.85 MB peak), Mdtraj 24.48 MB calc / 25.99 MB plot (41.66 MB peak), Mdanalysis 1.70 MB calc / 27.97 MB plot (27.97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