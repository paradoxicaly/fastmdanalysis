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Ubiquitin 99 (5000 frames)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Ubiquitin 99 (5000 frames)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  <p:pic>
        <p:nvPicPr>
          <p:cNvPr id="6" name="Picture 5" descr="orchestrator_loc_advant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17872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064774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093720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795816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19312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1916817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041257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26365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43084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9802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767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146376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0445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69763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185639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08652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623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2740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10982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77672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193665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18869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767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6002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28532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86361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75440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35 runs, 35 successful, 0 exceptions.</a:t>
            </a:r>
          </a:p>
          <a:p>
            <a:pPr lvl="1">
              <a:defRPr sz="1600"/>
            </a:pPr>
            <a:r>
              <a:t>Mdtraj: 4 modules, 10 functions, 3 external imports, 35 runs, 35 successful, 0 exceptions.</a:t>
            </a:r>
          </a:p>
          <a:p>
            <a:pPr lvl="1">
              <a:defRPr sz="1600"/>
            </a:pPr>
            <a:r>
              <a:t>Mdanalysis: 5 modules, 10 functions, 3 external imports, 35 runs, 35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2.63s calc / 12.38s plot (15.00s total), Mdtraj 0.10s calc / 4.52s plot / 0.10s overhead (4.71s total), Mdanalysis 5.00s calc / 4.75s plot / 0.01s overhead (9.75s total).</a:t>
            </a:r>
          </a:p>
          <a:p>
            <a:pPr lvl="1">
              <a:defRPr sz="1200" i="1"/>
            </a:pPr>
            <a:r>
              <a:t>Note: FastMDAnalysis timing uses single-line analyze() orchestrator approach. Calc/plot split is estimated using empirically measured ratio from individual benchmarks (17.5% computation, 82.5% plotting/saving), reflecting that matplotlib plotting and data file I/O are relatively expensive operations.</a:t>
            </a:r>
          </a:p>
          <a:p>
            <a:pPr lvl="1">
              <a:defRPr sz="1600"/>
            </a:pPr>
            <a:r>
              <a:t>Peak memory overview: FastMDAnalysis 126.98 MB calc / 0.00 MB plot (126.98 MB peak), Mdtraj 24.50 MB calc / 25.99 MB plot (41.66 MB peak), Mdanalysis 1.70 MB calc / 27.98 MB plot (27.98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