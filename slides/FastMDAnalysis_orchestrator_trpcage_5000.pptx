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FastMDAnalysis — Analysis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7 figure(s) — generated 2025-11-06 05:28:10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RMSD</a:t>
            </a:r>
          </a:p>
        </p:txBody>
      </p:sp>
      <p:pic>
        <p:nvPicPr>
          <p:cNvPr id="3" name="Picture 2" descr="rm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73" y="1554798"/>
            <a:ext cx="7000453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benchmarks/results/orchestrator_trpcage_5000/fastmdanalysis/rep_01/rmsd/rmsd.png — 282 KB — saved 2025-11-06 05:28:04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RMSF</a:t>
            </a:r>
          </a:p>
        </p:txBody>
      </p:sp>
      <p:pic>
        <p:nvPicPr>
          <p:cNvPr id="3" name="Picture 2" descr="rms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551"/>
            <a:ext cx="8229600" cy="40686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06406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benchmarks/results/orchestrator_trpcage_5000/fastmdanalysis/rep_01/rmsf/rmsf.png — 124 KB — saved 2025-11-06 05:28:06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RG</a:t>
            </a:r>
          </a:p>
        </p:txBody>
      </p:sp>
      <p:pic>
        <p:nvPicPr>
          <p:cNvPr id="3" name="Picture 2" descr="r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73" y="1554798"/>
            <a:ext cx="7000453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benchmarks/results/orchestrator_trpcage_5000/fastmdanalysis/rep_01/rg/rg.png — 359 KB — saved 2025-11-06 05:28:06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(pop)</a:t>
            </a:r>
          </a:p>
        </p:txBody>
      </p:sp>
      <p:pic>
        <p:nvPicPr>
          <p:cNvPr id="3" name="Picture 2" descr="dbscan_p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668" y="1554798"/>
            <a:ext cx="6464664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benchmarks/results/orchestrator_trpcage_5000/fastmdanalysis/rep_01/cluster/dbscan_pop.png — 17 KB — saved 2025-11-06 05:28:09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(traj hist)</a:t>
            </a:r>
          </a:p>
        </p:txBody>
      </p:sp>
      <p:pic>
        <p:nvPicPr>
          <p:cNvPr id="3" name="Picture 2" descr="dbscan_traj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69713"/>
            <a:ext cx="8229600" cy="37303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37245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benchmarks/results/orchestrator_trpcage_5000/fastmdanalysis/rep_01/cluster/dbscan_traj_hist.png — 13 KB — saved 2025-11-06 05:28:09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(traj scatter)</a:t>
            </a:r>
          </a:p>
        </p:txBody>
      </p:sp>
      <p:pic>
        <p:nvPicPr>
          <p:cNvPr id="3" name="Picture 2" descr="dbscan_traj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613" y="1554798"/>
            <a:ext cx="7748773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benchmarks/results/orchestrator_trpcage_5000/fastmdanalysis/rep_01/cluster/dbscan_traj_scatter.png — 14 KB — saved 2025-11-06 05:28:09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 (distance matrix)</a:t>
            </a:r>
          </a:p>
        </p:txBody>
      </p:sp>
      <p:pic>
        <p:nvPicPr>
          <p:cNvPr id="3" name="Picture 2" descr="dbscan_distance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950" y="1554798"/>
            <a:ext cx="4896100" cy="41602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benchmarks/results/orchestrator_trpcage_5000/fastmdanalysis/rep_01/cluster/dbscan_distance_matrix.png — 595 KB — saved 2025-11-06 05:28:10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