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5411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291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2084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34693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4308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2.15s calc / 2.46s plot / 0.06s overhead (4.66s total), Mdtraj 0.08s calc / 2.62s plot / 0.08s overhead (2.78s total), Mdanalysis 4.50s calc / 2.83s plot / 0.01s overhead (7.33s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7.44 MB calc / 0.00 MB plot (7.44 MB peak), Mdtraj 6.74 MB calc / 17.90 MB plot (21.10 MB peak), Mdanalysis 1.73 MB calc / 18.65 MB plot (18.65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