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Trp-cage 5000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Trp-cage 5000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  <p:pic>
        <p:nvPicPr>
          <p:cNvPr id="6" name="Picture 5" descr="orchestrator_loc_advant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17872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154115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017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2084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34693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312547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43084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90023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35 runs, 35 successful, 0 exceptions.</a:t>
            </a:r>
          </a:p>
          <a:p>
            <a:pPr lvl="1">
              <a:defRPr sz="1600"/>
            </a:pPr>
            <a:r>
              <a:t>Mdtraj: 4 modules, 10 functions, 3 external imports, 35 runs, 35 successful, 0 exceptions.</a:t>
            </a:r>
          </a:p>
          <a:p>
            <a:pPr lvl="1">
              <a:defRPr sz="1600"/>
            </a:pPr>
            <a:r>
              <a:t>Mdanalysis: 5 modules, 10 functions, 3 external imports, 35 runs, 35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1.01s calc / 4.77s plot (5.79s total), Mdtraj 0.04s calc / 2.43s plot / 0.08s overhead (2.55s total), Mdanalysis 4.06s calc / 2.72s plot / 0.01s overhead (6.78s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8.36 MB calc / 39.40 MB plot (47.75 MB peak), Mdtraj 6.39 MB calc / 17.43 MB plot (20.71 MB peak), Mdanalysis 1.30 MB calc / 18.76 MB plot (18.76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